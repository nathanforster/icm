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</a:t>
            </a: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</a:t>
            </a: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the workflow 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engine: folder names, file names, and file 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contents collectively define what the 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currently includes two templates, each designed for a different class of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182166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gathers: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packages the result as a downloadable ZIP archive.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57250" y="4648014"/>
            <a:ext cx="7715250" cy="517196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they are 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operational systems, not disposable 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
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add .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
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 xml:space="preserve">git commit -m "Initial ICM project 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1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866430" y="4018359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406" y="4027289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Additional ICM templates will be added to the library over time.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2026-05-25T17:33:28Z</dcterms:created>
  <dcterms:modified xsi:type="dcterms:W3CDTF">2026-05-25T17:33:28Z</dcterms:modified>
</cp:coreProperties>
</file>