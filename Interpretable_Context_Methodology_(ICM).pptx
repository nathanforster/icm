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9" Type="http://schemas.openxmlformats.org/officeDocument/2006/relationships/slide" Target="slides/slide13.xml"/><Relationship Id="rId14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1109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B2C3D4-E5F6-7890-ABCD-EF1234567890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571500"/>
            <a:ext cx="7715250" cy="100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Interpretable Context
Methodology (ICM)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000125" y="2091668"/>
            <a:ext cx="7429500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Orchestrating AI Agent Workflows with
Folders, Files, and Structure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00125" y="3017453"/>
            <a:ext cx="5715000" cy="546497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presentation introduces ICM — a lightweight, file-based framework that enables a single AI agent to execute complex, multi-step tasks without heavy code-based coordination frameworks.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953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 ICM SOLVES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376958"/>
            <a:ext cx="2428875" cy="1200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 AI workflow frameworks rely on complex, code-heavy orchestration that is hard to inspect, debug, and maintain.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000500" y="1376958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Traditional AI orchestration frameworks require significant engineering overhead — custom code, APIs, and runtime state management.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000500" y="2162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something goes wrong, it is difficult to understand what the agent was "thinking" or which context it was operating in.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000500" y="27342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pollution is a major failure mode: agents receive too much irrelevant information and produce inconsistent results.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000500" y="3305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Scaling multi-agent systems with code-based frameworks creates tight coupling and brittle dependencies.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000500" y="3877270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There is no persistent "organizational memory" — each session starts from scratch with no record of prior decisions or workflow state.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7250" y="5091708"/>
            <a:ext cx="7715250" cy="3036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addresses all of these problems by replacing code-based coordination with a structured, human-readable folder and file system.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INTERPRETABLE CONTEXT METHODOLOGY?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234083"/>
            <a:ext cx="7715250" cy="72004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a framework that uses folder structures, markdown files, and local scripts to orchestrate AI agent workflows — making every decision and context boundary visible and readable.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57250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word "interpretable" is central: every routing decision, context boundary, and workflow stage is expressed as a readable file.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00125" y="36579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custom runtime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00125" y="382935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complex API calls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00125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navigates by reading files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52424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ISOLATION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424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The folder structure itself </a:t>
            </a:r>
            <a:r>
              <a:rPr lang="en-US" sz="850" i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the workflow engine: folder names, file names, and file contents collectively define what the agent should do and where.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67116" y="3657907"/>
            <a:ext cx="22383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loads only needed context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667116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Prevents prompt pollution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9123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MEMORY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9123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supports persistent organizational memory. Decisions, standards, state, and workflow history are stored as files that survive across sessions.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DESIGN PRINCIPLES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governed by five architectural principles that ensure deterministic, maintainable, and scalable AI execution.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Local Context Authority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357563" y="1969889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nearest context file is authoritative — local rules always override global defaults.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7250" y="2558523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Explicit Ownership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357563" y="2558523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owns its own workflows, outputs, state, standards, and deliverables.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57250" y="3147157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 Routing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357563" y="3147157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should never guess which workspace to use — the CONTEXT.md file makes routing unambiguous.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57250" y="3735791"/>
            <a:ext cx="250031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Prompt Pollution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357563" y="3735791"/>
            <a:ext cx="5214938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load only the context necessary for the current task — no irrelevant data.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57250" y="4146556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57563" y="4146556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repository structure itself explains ownership, workflow, routing, and execution flow to both humans and AI.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57250" y="4806628"/>
            <a:ext cx="7715250" cy="26789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These principles are implemented through a consistent set of files that appear in every ICM workspace.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648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FILE ANATOMY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ICM workspace is defined by three core markdown files that together tell an AI agent exactly what to do, where to work, and when to escalate.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57250" y="1934170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ICM.md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187773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FRAMEWORK CONTRACT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786188" y="19341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workspace purpose and philosophy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3786188" y="21627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Specifies which files the agent must load before acting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786188" y="239137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what the agent must avoid (unrelated workspaces, archived projects, irrelevant data)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786188" y="279142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escalation conditions (conflicting requirements, missing approvals, ambiguous behavior)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491508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CONTEXT.md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7250" y="3745111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ROUTING &amp; BOUNDARY MAP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786188" y="34915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Declares the workspace mission and ownership scope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786188" y="37201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allowed actions (create files, generate deliverables, update workflows)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786188" y="3948708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forbidden actions (modify unrelated workspaces, fabricate outputs, bypass review)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57250" y="4648795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AGENT.md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57250" y="4902398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OPERATIONAL CONTRACT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786188" y="46487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inputs the agent accepts (requirements, specifications, tasks)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86188" y="48773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outputs the agent produces (deliverables, artifacts, workflow updates)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786188" y="5105995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"Definition of Done" — conditions that must be met before a task is complete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TWO ICM TEMPLATES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template library currently includes two templates, each designed for a different class of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041327"/>
            <a:ext cx="364331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generalized multi-agent project structure suitable for content workflows, software projects, business operations, documentation systems, and general-purpose orchestration.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69855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57250" y="291643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writing-room/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Tutorials, documentation, content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7250" y="330789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Implementation, software builds, engineering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57250" y="369934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community/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Outreach, marketing, customer communication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929188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29188" y="2041327"/>
            <a:ext cx="36433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domain-specific structure for engineering-intensive projects: automation systems, DAQ systems, hardware/software integration, validation-heavy projects, and engineering governance.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287000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929188" y="3087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source-development/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Software, automation, instrumentation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929188" y="347934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documentation/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Manuals, plans, validation docs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929188" y="387079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Proposals, technical collateral, presentations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929188" y="4333689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 DIRECTORIES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929188" y="4551573"/>
            <a:ext cx="364331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requirements/, standards/, templates/, state/, decisions/, risk-management/, compliance/, metrics/, governance/, verification-validation/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EXECUTION FLOW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AI agent operating inside an ICM project follows a strict, deterministic sequence of file reads before taking any action.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214438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CORE CONTEXT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214438" y="2059186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2264569" y="2050256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676060" y="2059186"/>
            <a:ext cx="146625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understand the project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214438" y="2219195"/>
            <a:ext cx="1494830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and philosophy.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2588158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4438" y="2588158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GLOBAL ROUTING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214438" y="2798899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64569" y="2789969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950369" y="2798899"/>
            <a:ext cx="10983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determine which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214438" y="2958908"/>
            <a:ext cx="20127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workspace handles the current task.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57250" y="3327871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214438" y="3327871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 TO WORKSPACE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214438" y="3527896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Navigate to the correct workspace folder based on the routing rules.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57250" y="4062226"/>
            <a:ext cx="214313" cy="5307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14438" y="406222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LOCAL CONTEXT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214438" y="4272967"/>
            <a:ext cx="1451967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workspace-level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666405" y="4264037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352205" y="4272967"/>
            <a:ext cx="53578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405783" y="4264037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817274" y="4272967"/>
            <a:ext cx="262533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 and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214438" y="4429404"/>
            <a:ext cx="5486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763083" y="4438334"/>
            <a:ext cx="2857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929188" y="1848445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286375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SUPPORTING CONTEXT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286375" y="2048470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applicable standards, workflow metadata, and active project state files.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929188" y="2582800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286375" y="2582800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EXECUTE WITHIN SCOPE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286375" y="2782825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 only actions permitted by the local context; never modify unrelated workspaces.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929188" y="3317156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07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286375" y="331715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ESCALATE WHEN NEEDED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286375" y="3517181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requirements conflict, approvals are missing, or behavior is ambiguous, escalate rather than guess.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929188" y="4110084"/>
            <a:ext cx="3643313" cy="69721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This sequence ensures that every agent action is traceable to a specific file that authorized it — making the system fully auditable.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 PROJECT INSTANCE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an ICM project instance is a structured, collaborative process between a human and an AI agent — the human selects the template and provides project details; the AI generates the customized structure.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182166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6572" y="1996678"/>
            <a:ext cx="134838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SELECT A TEMPLATE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3000" y="2259211"/>
            <a:ext cx="33575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Choose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general projects or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engineering-intensive work.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57250" y="29378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78719" y="2964656"/>
            <a:ext cx="166985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PROVIDE TEMPLATE TO 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43000" y="32271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Point the AI agent at AI_PROJECT_CREATION_INSTRUCTIONS.md.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4077295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78719" y="4104084"/>
            <a:ext cx="164306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INTERVIEWS THE USER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43000" y="4366617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gathers: project name, purpose, domain, technical stack, workflow stages, organizational structure, documentation requirements, and compliance constraints.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929188" y="1969889"/>
            <a:ext cx="217884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54228" y="1996678"/>
            <a:ext cx="161270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GENERATES INSTANCE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14938" y="2259211"/>
            <a:ext cx="33575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produces: customized folder structure, populated ICM.md / CONTEXT.md / AGENT.md files, standards, templates, workflow scaffolds, state tracking files, README files, and placeholder project artifacts.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2807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50656" y="3307556"/>
            <a:ext cx="2005608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PACKAGE &amp; VERSION CONTROL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214938" y="35700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packages the result as a downloadable ZIP archive. The human initializes a git repository for version control to maintain organizational memory.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2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EXPECTED OUTPUT ARTIFACTS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fully generated ICM project instance is a complete, self-describing operational system — not just a folder structure, but a living workflow engine.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 (per workspace)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contract and context loading rules.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 (per workspace)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Routing map, ownership boundaries, allowed/forbidden actions.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 (per workspace)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Inputs, outputs, and definition of done.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README.md (per directory)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76436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Human-readable explanation of each area.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7250" y="4117256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standards/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7250" y="432799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Coding standards, naming conventions, compliance rules.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templates/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Reusable document and artifact templates.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state/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 — active project state.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929188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decisions/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929188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 log for traceability and audit.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929188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workflows/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929188" y="376436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Numbered, ordered workflow stage folders (e.g., 01-requirements/).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929188" y="427726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workspace/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29188" y="448800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Active working area for in-progress artifacts.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95944" y="4648014"/>
            <a:ext cx="8889274" cy="31854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The resulting repository is both human-readable and AI-operable — it serves simultaneously as documentation, a workflow engine, and organizational memory.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AS ORGANIZATIONAL MEMORY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are not just project scaffolds — they are long-term operational assets that accumulate knowledge, decisions, and workflow history across the life of a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4371975" cy="40719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provides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 AI agent can resume work across sessions without losing context.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434233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creates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traceable decision log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significant choice is recorded with its rationale, supporting audit and governance requirements.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57250" y="3212902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encodes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organizational knowledge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coding standards, naming conventions, and compliance rules are stored as files the agent can read and enforce.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57250" y="3991570"/>
            <a:ext cx="4371975" cy="57864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Version control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transforms the ICM repository into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audit trail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change to context, workflow, or standards is tracked over time.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57850" y="1848445"/>
            <a:ext cx="2914650" cy="95726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ICM repositories should be treated as </a:t>
            </a: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engineering assets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they are operational systems, not disposable scaffolds.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57850" y="3513720"/>
            <a:ext cx="29146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PRACTICE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657850" y="3731605"/>
            <a:ext cx="28575" cy="101720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
git add .
git commit -m "Initial ICM project instance"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0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QUALITY RULES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correctly generated ICM project instance must satisfy seven quality criteria that ensure it remains deterministic, maintainable, and scalable over time.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task always routes to the same workspace — no ambiguity.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MAINTAINABLE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Files are structured so humans and AI can update them without breaking routing.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SCALABLE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 workspaces and workflows can be added without restructuring existing ones.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708611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AMBIGUITY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90863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folder name, file name, and routing rule has a single clear meaning.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AUTOMATION READY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929188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structure supports scheduled tasks, multi-agent handoffs, and CI/CD integration.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 READABLE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Any team member can open the repository and understand the project structure.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MULTI-AGENT CAPABLE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Multiple AI agents can operate in different workspaces simultaneously without conflict.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57250" y="4442966"/>
            <a:ext cx="771525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TO AVOID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57250" y="467871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Contradictory workflows, ambiguous ownership, hidden routing rules, and undocumented standards are the four failure modes that make an ICM project unmaintainable.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GETTING STARTED WITH ICM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714375" y="1091208"/>
            <a:ext cx="800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immediately usable with the provided templates — getting started requires only a template selection, a brief AI interview, and a git repository.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14375" y="1634133"/>
            <a:ext cx="1346597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IMMEDIATE ACTIONS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92969" y="2044898"/>
            <a:ext cx="3679031" cy="578644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your template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generic-agent-oriented-ICM for general projects; systems-engineering-ICM for engineering work.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92969" y="2680692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an AI agent session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the AI agent at AI_PROJECT_CREATION_INSTRUCTIONS.md.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92969" y="3123605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 the AI's questions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project name, purpose, domain, technical stack, workflow stages.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92969" y="3566517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Review the generated instance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verify routing is unambiguous and ownership is explicit.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4406" y="4027289"/>
            <a:ext cx="1484114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Initialize version control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448520" y="4027289"/>
            <a:ext cx="41790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run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795689" y="4032238"/>
            <a:ext cx="61723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96915" y="4200525"/>
            <a:ext cx="3539030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commit the initial structure.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92969" y="4455914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Operate the project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AI agents at the repository; they will self-route using context files.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57750" y="1634133"/>
            <a:ext cx="3857625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LOOKING AHEAD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00625" y="2044898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Additional ICM templates will be added to the library over time.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00625" y="2537817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framework scales from single-agent projects to complex multi-agent systems.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000625" y="3030736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become more valuable over time as they accumulate decisions, standards, and workflow history.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857750" y="3884414"/>
            <a:ext cx="3857625" cy="1014413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857750" y="3884414"/>
            <a:ext cx="28575" cy="101441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000625" y="3970139"/>
            <a:ext cx="36290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PROMISE OF ICM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00625" y="4248745"/>
            <a:ext cx="34861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AI agent can execute complex, multi-step tasks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000625" y="4441627"/>
            <a:ext cx="321647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simply by reading files — no custom code, no heavy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00625" y="4634508"/>
            <a:ext cx="23645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frameworks, no opaque runtime state.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42900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FOLDER STRUCTURE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81915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.ai/ parent directory scopes AI access to a single directory tree and provides a consistent home for your ICM templates, shared resources, and all generated project instances.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71500" y="1390650"/>
            <a:ext cx="3771900" cy="34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E63946"/>
                </a:solidFill>
                <a:latin typeface="Courier New" pitchFamily="49" charset="0"/>
              </a:rPr>
              <a:t>.ai/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├── 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│   └── Templates/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README.md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generic-agent-oriented-ICM/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└── systems-engineering-ICM/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skills/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memory/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tools/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├── my-first-project/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└── my-second-project/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800375" y="1390650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.ai/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Scope AI access to this directory tree. The name signals where AI-assisted work lives to both humans and tools.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800375" y="2219850"/>
            <a:ext cx="391462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templates library. Clone it once and reuse it across all your projects.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800375" y="2934525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skills/ &amp; memory/ &amp; tools/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Shared resources not tied to any single project: shared prompts, persistent cross-project context, and reusable scripts.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800375" y="3763725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Project folders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Generated ICM instances live here as their own git repositories, sibling to ICM/ — not inside it.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1876</Words>
  <Application>Microsoft Office PowerPoint</Application>
  <PresentationFormat>On-screen Show (16:9)</PresentationFormat>
  <Paragraphs>206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monospace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Forster, Nathan Douglas</cp:lastModifiedBy>
  <cp:revision>3</cp:revision>
  <dcterms:created xsi:type="dcterms:W3CDTF">2026-05-25T17:33:28Z</dcterms:created>
  <dcterms:modified xsi:type="dcterms:W3CDTF">2026-06-21T01:47:05Z</dcterms:modified>
</cp:coreProperties>
</file>